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17373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4688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Filling Cloud Gaps in Satellite Chlorophyll with a U-Net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3375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D8E6F3"/>
                </a:solidFill>
              </a:rPr>
              <a:t>Building the pieces to scale gap-filling toward global 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062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555555"/>
                </a:solidFill>
              </a:rPr>
              <a:t>Troy  ·  SAFS-Varanasi Internship  ·  Summer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</a:rPr>
              <a:t>The problem: clouds hide the ocean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52728"/>
            <a:ext cx="219456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900">
                <a:solidFill>
                  <a:srgbClr val="222222"/>
                </a:solidFill>
              </a:rPr>
              <a:t>•  Chlorophyll-a from ocean-color satellites is a key measure of ocean productivity and the carbon cycle.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900">
                <a:solidFill>
                  <a:srgbClr val="222222"/>
                </a:solidFill>
              </a:rPr>
              <a:t>•  But clouds block the sensor, leaving large gaps in the daily maps.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900">
                <a:solidFill>
                  <a:srgbClr val="222222"/>
                </a:solidFill>
              </a:rPr>
              <a:t>•  Those gaps limit our ability to track blooms and productivity day to day.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900">
                <a:solidFill>
                  <a:srgbClr val="222222"/>
                </a:solidFill>
              </a:rPr>
              <a:t>•  Goal: produce gap-free daily maps, and build tools that scale from one region toward global PACE.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</a:rPr>
              <a:t>The approach: a gap-filling U-Net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52728"/>
            <a:ext cx="219456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6035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</a:rPr>
              <a:t>•  A U-Net learns to fill cloud gaps from the surrounding pixels, the days before and after, and CHL-derived channels.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</a:rPr>
              <a:t>•  Trained and scored "self-supervised": hide some pixels we DID observe ("fake clouds"), predict them, and compare.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</a:rPr>
              <a:t>•  No hand labels needed — the satellite's own observations are the answer key.</a:t>
            </a:r>
          </a:p>
        </p:txBody>
      </p:sp>
      <p:pic>
        <p:nvPicPr>
          <p:cNvPr id="5" name="Picture 4" descr="4_spatial_chunk_stra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998195"/>
            <a:ext cx="5029200" cy="368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66560" y="6172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i="1">
                <a:solidFill>
                  <a:srgbClr val="555555"/>
                </a:solidFill>
              </a:rPr>
              <a:t>One day: observed (white = cloud gaps) -&gt; U-Net prediction (filled) -&gt; error where truth was hidden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</a:rPr>
              <a:t>What I built: the mindthegap toolkit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52728"/>
            <a:ext cx="219456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900">
                <a:solidFill>
                  <a:srgbClr val="222222"/>
                </a:solidFill>
              </a:rPr>
              <a:t>•  Streaming data pipeline — standardize and build model inputs on the fly, never loading the whole data cube (memory-safe).</a:t>
            </a:r>
          </a:p>
          <a:p>
            <a:pPr lvl="1">
              <a:lnSpc>
                <a:spcPct val="108000"/>
              </a:lnSpc>
              <a:spcAft>
                <a:spcPts val="800"/>
              </a:spcAft>
            </a:pPr>
            <a:r>
              <a:rPr sz="1700">
                <a:solidFill>
                  <a:srgbClr val="555555"/>
                </a:solidFill>
              </a:rPr>
              <a:t>   – build_standardized_lazy, make_tf_gen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900">
                <a:solidFill>
                  <a:srgbClr val="222222"/>
                </a:solidFill>
              </a:rPr>
              <a:t>•  Spatial patching — tile a region into pieces so training scales to large areas.</a:t>
            </a:r>
          </a:p>
          <a:p>
            <a:pPr lvl="1">
              <a:lnSpc>
                <a:spcPct val="108000"/>
              </a:lnSpc>
              <a:spcAft>
                <a:spcPts val="800"/>
              </a:spcAft>
            </a:pPr>
            <a:r>
              <a:rPr sz="1700">
                <a:solidFill>
                  <a:srgbClr val="555555"/>
                </a:solidFill>
              </a:rPr>
              <a:t>   – make_xbatcher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900">
                <a:solidFill>
                  <a:srgbClr val="222222"/>
                </a:solidFill>
              </a:rPr>
              <a:t>•  The gap-filling U-Net.</a:t>
            </a:r>
          </a:p>
          <a:p>
            <a:pPr lvl="1">
              <a:lnSpc>
                <a:spcPct val="108000"/>
              </a:lnSpc>
              <a:spcAft>
                <a:spcPts val="800"/>
              </a:spcAft>
            </a:pPr>
            <a:r>
              <a:rPr sz="1700">
                <a:solidFill>
                  <a:srgbClr val="555555"/>
                </a:solidFill>
              </a:rPr>
              <a:t>   – UNet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900">
                <a:solidFill>
                  <a:srgbClr val="222222"/>
                </a:solidFill>
              </a:rPr>
              <a:t>•  Evaluation and visualization tools.</a:t>
            </a:r>
          </a:p>
          <a:p>
            <a:pPr lvl="1">
              <a:lnSpc>
                <a:spcPct val="108000"/>
              </a:lnSpc>
              <a:spcAft>
                <a:spcPts val="800"/>
              </a:spcAft>
            </a:pPr>
            <a:r>
              <a:rPr sz="1700">
                <a:solidFill>
                  <a:srgbClr val="555555"/>
                </a:solidFill>
              </a:rPr>
              <a:t>   – overall_perf, spatial_perf, plot_prediction_observed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900">
                <a:solidFill>
                  <a:srgbClr val="222222"/>
                </a:solidFill>
              </a:rPr>
              <a:t>•  All reusable functions committed to the shared mindthegap package.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</a:rPr>
              <a:t>How we measure it: the fake-cloud metric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52728"/>
            <a:ext cx="219456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900">
                <a:solidFill>
                  <a:srgbClr val="222222"/>
                </a:solidFill>
              </a:rPr>
              <a:t>•  There is no gap-free "truth" map for the target — and PACE won't have one either.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900">
                <a:solidFill>
                  <a:srgbClr val="222222"/>
                </a:solidFill>
              </a:rPr>
              <a:t>•  So we hide pixels the satellite actually observed, predict them, and score the reconstruction (MAE) only there.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900">
                <a:solidFill>
                  <a:srgbClr val="222222"/>
                </a:solidFill>
              </a:rPr>
              <a:t>•  This is honest: it grades the model exactly where it had to guess.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900">
                <a:solidFill>
                  <a:srgbClr val="222222"/>
                </a:solidFill>
              </a:rPr>
              <a:t>•  And it transfers directly to PACE, where a supervised comparison isn't possible.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</a:rPr>
              <a:t>Result 1: the pipeline is sound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52728"/>
            <a:ext cx="219456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6035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</a:rPr>
              <a:t>•  Compared four ways of producing the maps: whole-domain, spatial patches, streaming, and non-streaming.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</a:rPr>
              <a:t>•  Per-day error agrees within ~1%, and the maps are visually identical (vs. the Copernicus reference).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</a:rPr>
              <a:t>•  Takeaway: spatial-patch and streaming training match the whole-domain baseline — the scalable approach is valid.</a:t>
            </a:r>
          </a:p>
        </p:txBody>
      </p:sp>
      <p:pic>
        <p:nvPicPr>
          <p:cNvPr id="5" name="Picture 4" descr="20v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1663" y="1463040"/>
            <a:ext cx="1518994" cy="4754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66560" y="6172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i="1">
                <a:solidFill>
                  <a:srgbClr val="555555"/>
                </a:solidFill>
              </a:rPr>
              <a:t>20 days x 5 methods (Copernicus reference + 4 pipelines) — columns look identical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</a:rPr>
              <a:t>Result 2: the rechunked data is lossless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52728"/>
            <a:ext cx="219456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900">
                <a:solidFill>
                  <a:srgbClr val="222222"/>
                </a:solidFill>
              </a:rPr>
              <a:t>•  Re-saved the data chunked for fast spatial-patch reads (needed at scale).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900">
                <a:solidFill>
                  <a:srgbClr val="222222"/>
                </a:solidFill>
              </a:rPr>
              <a:t>•  Verified byte-identical to the original — maximum difference = 0.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900">
                <a:solidFill>
                  <a:srgbClr val="222222"/>
                </a:solidFill>
              </a:rPr>
              <a:t>•  A 5-seed test showed model-to-model differences are training noise (~5%), not the data source.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900">
                <a:solidFill>
                  <a:srgbClr val="222222"/>
                </a:solidFill>
              </a:rPr>
              <a:t>•  Statistically indistinguishable (paired t-test, p ~ 0.98) — so the rechunk is safe to build 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</a:rPr>
              <a:t>Result 3: comparing patch strategies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52728"/>
            <a:ext cx="219456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6035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</a:rPr>
              <a:t>•  Trained whole / non-overlap / overlap / small-overlap / random-crop tiles; scored with fake-cloud MAE.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</a:rPr>
              <a:t>•  Random-crop augmentation did best (MAE 0.22 vs ~0.27 for whole-domain).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</a:rPr>
              <a:t>•  Found non-overlapping tiles cover only ~57% of the region, and some tile shapes crash the GPU (cuDNN).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</a:rPr>
              <a:t>•  Single-seed so far — confirming the ranking with a 5-seed run.</a:t>
            </a:r>
          </a:p>
        </p:txBody>
      </p:sp>
      <p:pic>
        <p:nvPicPr>
          <p:cNvPr id="5" name="Picture 4" descr="bottom_right_spat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3995" y="1463040"/>
            <a:ext cx="2654330" cy="4754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66560" y="6172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i="1">
                <a:solidFill>
                  <a:srgbClr val="555555"/>
                </a:solidFill>
              </a:rPr>
              <a:t>Prediction error (obs - pred): 10 days (rows) x 5 strategies (cols). Red = under, blue = over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</a:rPr>
              <a:t>Tools: where and when does it struggle?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52728"/>
            <a:ext cx="219456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900">
                <a:solidFill>
                  <a:srgbClr val="222222"/>
                </a:solidFill>
              </a:rPr>
              <a:t>•  overall_perf — error over time with the training years marked: shows the train-vs-test gap and seasonal swings.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900">
                <a:solidFill>
                  <a:srgbClr val="222222"/>
                </a:solidFill>
              </a:rPr>
              <a:t>•  spatial_perf — a per-pixel (and per-month) error map: the model struggles most along the coast and in high-chlorophyll blooms.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900">
                <a:solidFill>
                  <a:srgbClr val="222222"/>
                </a:solidFill>
              </a:rPr>
              <a:t>•  Both added to the mindthegap package so the whole team can use them.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900">
                <a:solidFill>
                  <a:srgbClr val="222222"/>
                </a:solidFill>
              </a:rPr>
              <a:t>•  These turn a single MAE number into "when" and "where" the model is weak.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</a:rPr>
              <a:t>What's next: global PACE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52728"/>
            <a:ext cx="219456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900">
                <a:solidFill>
                  <a:srgbClr val="222222"/>
                </a:solidFill>
              </a:rPr>
              <a:t>•  Scale from one region (104 x 152) to global PACE (1800 x 3600).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900">
                <a:solidFill>
                  <a:srgbClr val="222222"/>
                </a:solidFill>
              </a:rPr>
              <a:t>•  PACE has no gap-free truth -&gt; the self-supervised evaluation I built is exactly what's needed.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900">
                <a:solidFill>
                  <a:srgbClr val="222222"/>
                </a:solidFill>
              </a:rPr>
              <a:t>•  Global extent needs tiling -&gt; the spatial-patch strategies I compared feed straight into that.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900">
                <a:solidFill>
                  <a:srgbClr val="222222"/>
                </a:solidFill>
              </a:rPr>
              <a:t>•  Open questions: banded (orbital-swath) gaps, fewer input variables, and telling the model where each tile sits.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